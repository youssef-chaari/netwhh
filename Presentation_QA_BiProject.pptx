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Présentation Finale : Assurance Qualité BiProject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Binôme : Youssef Chaari &amp; Mohamed Aziz Zouari</a:t>
            </a:r>
          </a:p>
          <a:p>
            <a:r>
              <a:t>Projet de Fin d'Étude — QA &amp; Automatisation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Garantir la stabilité du flux d'achat (E2E)</a:t>
            </a:r>
          </a:p>
          <a:p>
            <a:r>
              <a:t>- Identifier les failles critiques (Sécurité)</a:t>
            </a:r>
          </a:p>
          <a:p>
            <a:r>
              <a:t>- Automatiser la régression (Pyramide des tests)</a:t>
            </a:r>
          </a:p>
          <a:p>
            <a:r>
              <a:t>- Assurer la conformité académique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Stratégie et Pyramide des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Tests Unitaires : Logique d'auth (.NET)</a:t>
            </a:r>
          </a:p>
          <a:p>
            <a:r>
              <a:t>- Tests d'Intégration : Validation API &amp; Contrôle d'accès</a:t>
            </a:r>
          </a:p>
          <a:p>
            <a:r>
              <a:t>- Tests Système : Parcours clients complets (Selenium)</a:t>
            </a:r>
          </a:p>
          <a:p>
            <a:r>
              <a:t>- Analyse Statique : Sécurité &amp;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Statique &amp;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- 3 Anomalies majeures détectées (IDOR, Trust Boundary, Logging)</a:t>
            </a:r>
          </a:p>
          <a:p>
            <a:r>
              <a:t>- Traçabilité : Matrice reliant 100% des exigences aux cas de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 d'Intégration &amp; Preuve de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 cas CT-BUG-01 : Validation dynamique de la faille IDOR</a:t>
            </a:r>
          </a:p>
          <a:p>
            <a:r>
              <a:t>- Résultat : Échec révélateur (Accès 200 OK non autorisé)</a:t>
            </a:r>
          </a:p>
          <a:p>
            <a:r>
              <a:t>- Correction &amp; Régression : Test CT-18 validé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Automatisation Selenium (Principal)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Architecture POM (Page Object Model)</a:t>
            </a:r>
          </a:p>
          <a:p>
            <a:r>
              <a:t>- Robustesse : BasePage &amp; Explicit Waits</a:t>
            </a:r>
          </a:p>
          <a:p>
            <a:r>
              <a:t>- Observabilité : Captures d'écran automatiques sur échec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: Robot Framework (Prototype)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Approche Keyword-Driven : Lisibilité maximale</a:t>
            </a:r>
          </a:p>
          <a:p>
            <a:r>
              <a:t>- Scénarios : Login &amp; Consultation catalogue</a:t>
            </a:r>
          </a:p>
          <a:p>
            <a:r>
              <a:t>- Objectif : Polyvalence technologique (Pytest vs Robot)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Indicateurs &amp; Bilan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- 20 Cas de tests couverts</a:t>
            </a:r>
          </a:p>
          <a:p>
            <a:r>
              <a:t>- 95% de taux de réussite (19/20 Pass)</a:t>
            </a:r>
          </a:p>
          <a:p>
            <a:r>
              <a:t>- Livrables : Catalogue, Rapports, Screenshots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Conforme, Sécurisé et Maintenable.</a:t>
            </a:r>
          </a:p>
          <a:p>
            <a:r>
              <a:t>Merci de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